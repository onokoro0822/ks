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3A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2958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7628-E373-AD59-95DC-30168F76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18A6B-50AC-E96F-1548-D588940B4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15AC8D-6C48-2B90-08A4-211D08358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677BB-BC3D-18FA-C6AF-1E3EBCA701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97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6868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Pseudo-PFLOWコード理解と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実装方針の整理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22960" y="22128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3108960" cy="1051560"/>
          </a:xfrm>
          <a:prstGeom prst="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読む範囲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ActGenerator / Commuter / NonCommuter / DataAccessor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26280" y="3063240"/>
            <a:ext cx="3108960" cy="1051560"/>
          </a:xfrm>
          <a:prstGeom prst="rect">
            <a:avLst/>
          </a:prstGeom>
          <a:solidFill>
            <a:srgbClr val="FDECEC"/>
          </a:solidFill>
          <a:ln w="12700">
            <a:solidFill>
              <a:srgbClr val="D645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見つけた課題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capacityだけでは来訪者数・分布を制御できない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0" y="3063240"/>
            <a:ext cx="3108960" cy="1051560"/>
          </a:xfrm>
          <a:prstGeom prst="rect">
            <a:avLst/>
          </a:prstGeom>
          <a:solidFill>
            <a:srgbClr val="EAF7EA"/>
          </a:solidFill>
          <a:ln w="12700">
            <a:solidFill>
              <a:srgbClr val="2E7D3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作るもの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Activity割当後処理：DevelopmentFacilityAllocator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05072" y="3593592"/>
            <a:ext cx="43891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7699248" y="3593592"/>
            <a:ext cx="43891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41248" y="58704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</a:p>
          <a:p>
            <a:pPr marL="0" indent="0">
              <a:buNone/>
            </a:pPr>
            <a:endParaRPr lang="en-US" sz="1200" dirty="0">
              <a:solidFill>
                <a:srgbClr val="94A3B8"/>
              </a:solidFill>
              <a:latin typeface="Yu Gothic" pitchFamily="34" charset="0"/>
              <a:ea typeface="Yu Gothic" pitchFamily="34" charset="-122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研究でやりたいこと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都市開発計画を、Pseudo-PFLOW上の人流変化として表現する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2103120" cy="1188720"/>
          </a:xfrm>
          <a:prstGeom prst="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開発計画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商業・ホテル・オフィス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延床面積など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520440" y="1828800"/>
            <a:ext cx="2103120" cy="1188720"/>
          </a:xfrm>
          <a:prstGeom prst="rect">
            <a:avLst/>
          </a:prstGeom>
          <a:solidFill>
            <a:srgbClr val="FFF7E8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統計・PT調査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原単位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属性分布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0" y="1828800"/>
            <a:ext cx="2103120" cy="1188720"/>
          </a:xfrm>
          <a:prstGeom prst="rect">
            <a:avLst/>
          </a:prstGeom>
          <a:solidFill>
            <a:srgbClr val="EAF7EA"/>
          </a:solidFill>
          <a:ln w="12700">
            <a:solidFill>
              <a:srgbClr val="2E7D3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誘引量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例：商業8,000人/日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時間帯・属性別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15400" y="1828800"/>
            <a:ext cx="2103120" cy="1188720"/>
          </a:xfrm>
          <a:prstGeom prst="rect">
            <a:avLst/>
          </a:prstGeom>
          <a:solidFill>
            <a:srgbClr val="F3E8FF"/>
          </a:solidFill>
          <a:ln w="12700">
            <a:solidFill>
              <a:srgbClr val="6B46C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Pseudo-PFLOW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誰が・どこから・いつ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来るかへ展開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71800" y="2423160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669280" y="2423160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8366760" y="2423160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886200"/>
            <a:ext cx="101498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重要な分担：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・LLM：計画条件を構造化する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・統計モデル：施設への総誘引量を推定する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・Pseudo-PFLOW：個人単位のActivity / Trip / Trajectoryへ落とす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5532120"/>
            <a:ext cx="10241280" cy="502920"/>
          </a:xfrm>
          <a:prstGeom prst="rect">
            <a:avLst/>
          </a:prstGeom>
          <a:solidFill>
            <a:srgbClr val="FEFCE8"/>
          </a:solidFill>
          <a:ln w="12700">
            <a:solidFill>
              <a:srgbClr val="EAB30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今回の焦点：Pseudo-PFLOWのActivity生成を理解し、推定誘引量Nをどう反映するか決める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2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51087CD-CE8B-E61F-913F-692839425EAD}"/>
              </a:ext>
            </a:extLst>
          </p:cNvPr>
          <p:cNvSpPr txBox="1"/>
          <p:nvPr/>
        </p:nvSpPr>
        <p:spPr>
          <a:xfrm>
            <a:off x="8915400" y="319504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rgbClr val="FF0000"/>
                </a:solidFill>
              </a:rPr>
              <a:t>現在ここに取り組む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Pseudo-PFLOWの全体パイプライン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修論で直接触るのは、まずActivity生成とその直後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14630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Person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世帯・個人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86000" y="2560320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0" y="2057400"/>
            <a:ext cx="1463040" cy="1005840"/>
          </a:xfrm>
          <a:prstGeom prst="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Activity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何時に何を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どこでするか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51960" y="2560320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709160" y="2057400"/>
            <a:ext cx="14630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Trip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活動間移動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560320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675120" y="2057400"/>
            <a:ext cx="14630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Trajectory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経路上の点列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3880" y="2560320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641080" y="2057400"/>
            <a:ext cx="14630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Aggregation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メッシュ/リンク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149840" y="2560320"/>
            <a:ext cx="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0195560" y="2057400"/>
            <a:ext cx="132588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Visualization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Before/After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0120" y="3703320"/>
            <a:ext cx="4754880" cy="640080"/>
          </a:xfrm>
          <a:prstGeom prst="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既存コード：Commuter / NonCommuter / Student がActivityを生成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3703320"/>
            <a:ext cx="4572000" cy="640080"/>
          </a:xfrm>
          <a:prstGeom prst="rect">
            <a:avLst/>
          </a:prstGeom>
          <a:solidFill>
            <a:srgbClr val="EAF7EA"/>
          </a:solidFill>
          <a:ln w="12700">
            <a:solidFill>
              <a:srgbClr val="2E7D3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追加案：Activity生成後に、新施設への割当を挟む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97880" y="4023360"/>
            <a:ext cx="4114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960120" y="4892040"/>
            <a:ext cx="10424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ポイント：Trip/Trajectoryは、変更済みActivityを入力として再生成すれば人流変化として表れる。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3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読むべきコードと役割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347472" cy="347472"/>
          </a:xfrm>
          <a:prstGeom prst="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80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325880" y="148132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ActGenerator.java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51960" y="1517904"/>
            <a:ext cx="6675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目的地選択の共通処理。都市→メッシュ→施設を決める。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347472" cy="347472"/>
          </a:xfrm>
          <a:prstGeom prst="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80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325880" y="2514600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Commuter.java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51960" y="2551176"/>
            <a:ext cx="6675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就業者の1日Activityを生成。Markovで次の活動を決める。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639312"/>
            <a:ext cx="347472" cy="347472"/>
          </a:xfrm>
          <a:prstGeom prst="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80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25880" y="3547872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NonCommuter.java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51960" y="3584448"/>
            <a:ext cx="6675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非就業者のActivity生成。SHOPPING/EATING/FREEの候補者に重要。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672584"/>
            <a:ext cx="347472" cy="347472"/>
          </a:xfrm>
          <a:prstGeom prst="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80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25880" y="4581144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DataAccessor.java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1960" y="4617720"/>
            <a:ext cx="6675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CSVからCity / GMesh / Facilityを読み込む。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742432"/>
            <a:ext cx="1234440" cy="347472"/>
          </a:xfrm>
          <a:prstGeom prst="rect">
            <a:avLst/>
          </a:prstGeom>
          <a:solidFill>
            <a:srgbClr val="243B53"/>
          </a:solidFill>
          <a:ln w="12700">
            <a:solidFill>
              <a:srgbClr val="243B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読む順序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04288" y="5769864"/>
            <a:ext cx="8961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ActGenerator → Commuter → NonCommuter → DataAccessor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4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Activity生成の考え方：4段階で目的地が決まる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MarkovとMNLとcapacityの役割を分ける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2103120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Markov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何をするか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44368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SHOPPING / EATING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OFFICE / HOME など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53512" y="2862072"/>
            <a:ext cx="493776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566160" y="1737360"/>
            <a:ext cx="2103120" cy="438912"/>
          </a:xfrm>
          <a:prstGeom prst="rect">
            <a:avLst/>
          </a:prstGeom>
          <a:solidFill>
            <a:srgbClr val="FFF7E8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MNL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233172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どの都市へ行くか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944368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距離・性別・同一市内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都市属性から選択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42432" y="2862072"/>
            <a:ext cx="493776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355080" y="1737360"/>
            <a:ext cx="2103120" cy="438912"/>
          </a:xfrm>
          <a:prstGeom prst="rect">
            <a:avLst/>
          </a:prstGeom>
          <a:solidFill>
            <a:srgbClr val="F3E8FF"/>
          </a:solidFill>
          <a:ln w="12700">
            <a:solidFill>
              <a:srgbClr val="6B46C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Mesh capacity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46C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都市内のどのメッシュか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944368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mesh_ecensus の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経済指標で重み付け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31352" y="2862072"/>
            <a:ext cx="493776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144000" y="1737360"/>
            <a:ext cx="2103120" cy="438912"/>
          </a:xfrm>
          <a:prstGeom prst="rect">
            <a:avLst/>
          </a:prstGeom>
          <a:solidFill>
            <a:srgbClr val="EAF7EA"/>
          </a:solidFill>
          <a:ln w="12700">
            <a:solidFill>
              <a:srgbClr val="2E7D3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Facility capacity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233172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具体的にどの施設か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0" y="2944368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Facility.capacityで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重み付き選択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5010912"/>
            <a:ext cx="10424160" cy="640080"/>
          </a:xfrm>
          <a:prstGeom prst="rect">
            <a:avLst/>
          </a:prstGeom>
          <a:solidFill>
            <a:srgbClr val="FDECEC"/>
          </a:solidFill>
          <a:ln w="12700">
            <a:solidFill>
              <a:srgbClr val="D645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研究上の焦点：最後の「施設選択」は相対重みなので、来訪者数Nや属性分布を直接制御できない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5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ActGenerator：getMeshCapacity / getFacilities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メッシュ選択と施設候補抽出のルール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201168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getMeshCapacity()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76272"/>
            <a:ext cx="48463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SHOPPING → mesh.getEconomics(4)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EATING   → economics[8] + [9]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FREE     → economics[5] + [7] + [10] + [12]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OFFICE   → gender別 economics[14]/[15]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914400" cy="320040"/>
          </a:xfrm>
          <a:prstGeom prst="rect">
            <a:avLst/>
          </a:prstGeom>
          <a:solidFill>
            <a:srgbClr val="243B53"/>
          </a:solidFill>
          <a:ln w="12700">
            <a:solidFill>
              <a:srgbClr val="243B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4279392"/>
            <a:ext cx="3840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活動目的ごとに、そのメッシュがどれくらい選ばれやすいかを返す。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SHOPPINGなら経済センサス由来の economics[4] が重み。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46520" y="1554480"/>
            <a:ext cx="2011680" cy="457200"/>
          </a:xfrm>
          <a:prstGeom prst="rect">
            <a:avLst/>
          </a:prstGeom>
          <a:solidFill>
            <a:srgbClr val="EAF7EA"/>
          </a:solidFill>
          <a:ln w="12700">
            <a:solidFill>
              <a:srgbClr val="2E7D3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getFacilities()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176272"/>
            <a:ext cx="46634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HOSPITAL → mesh.getHospitals()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SHOPPING → mesh.getRetails()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EATING   → mesh.getRestaurants()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     → mesh.getFacilities()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46520" y="4297680"/>
            <a:ext cx="914400" cy="320040"/>
          </a:xfrm>
          <a:prstGeom prst="rect">
            <a:avLst/>
          </a:prstGeom>
          <a:solidFill>
            <a:srgbClr val="243B53"/>
          </a:solidFill>
          <a:ln w="12700">
            <a:solidFill>
              <a:srgbClr val="243B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0" y="4279392"/>
            <a:ext cx="3657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選ばれたメッシュの中から、活動目的に対応する施設リストを取り出す。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SHOPPINGならretailだけが候補。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5559552"/>
            <a:ext cx="10241280" cy="502920"/>
          </a:xfrm>
          <a:prstGeom prst="rect">
            <a:avLst/>
          </a:prstGeom>
          <a:solidFill>
            <a:srgbClr val="FEFCE8"/>
          </a:solidFill>
          <a:ln w="12700">
            <a:solidFill>
              <a:srgbClr val="EAB30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注意：新施設をretailに追加しても、mesh_economicsを変えなければ「そのメッシュが選ばれやすくなる」わけではない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choiceDestination：都市内でメッシュ→施設を選ぶ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914400" cy="365760"/>
          </a:xfrm>
          <a:prstGeom prst="rect">
            <a:avLst/>
          </a:prstGeom>
          <a:solidFill>
            <a:srgbClr val="243B53"/>
          </a:solidFill>
          <a:ln w="12700">
            <a:solidFill>
              <a:srgbClr val="243B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444752"/>
            <a:ext cx="42062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City, transition, gender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65760" cy="365760"/>
          </a:xfrm>
          <a:prstGeom prst="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80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34440" y="2075688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city.getMeshes()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34440" y="2560320"/>
            <a:ext cx="23774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都市内のメッシュ一覧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03320" y="2258568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26280" y="2148840"/>
            <a:ext cx="365760" cy="365760"/>
          </a:xfrm>
          <a:prstGeom prst="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80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0" y="2075688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getMeshCapacity()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0" y="2560320"/>
            <a:ext cx="23774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各メッシュの重み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0" y="2258568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8321040" y="2148840"/>
            <a:ext cx="365760" cy="365760"/>
          </a:xfrm>
          <a:prstGeom prst="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80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823960" y="2075688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Roulette.choice()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823960" y="2560320"/>
            <a:ext cx="23774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重みに応じて1メッシュ選択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365760" cy="365760"/>
          </a:xfrm>
          <a:prstGeom prst="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80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234440" y="3675888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getFacilities()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34440" y="4160520"/>
            <a:ext cx="23774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目的に合う施設一覧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703320" y="3858768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526280" y="3749040"/>
            <a:ext cx="365760" cy="365760"/>
          </a:xfrm>
          <a:prstGeom prst="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80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0" y="3675888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Facility.capacity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0" y="4160520"/>
            <a:ext cx="23774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施設重みで1施設選択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98080" y="3858768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8321040" y="3749040"/>
            <a:ext cx="365760" cy="365760"/>
          </a:xfrm>
          <a:prstGeom prst="rect">
            <a:avLst/>
          </a:prstGeom>
          <a:solidFill>
            <a:srgbClr val="EAF2FF"/>
          </a:solidFill>
          <a:ln w="10160">
            <a:solidFill>
              <a:srgbClr val="2F80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80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23960" y="3675888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return GLonLat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823960" y="4160520"/>
            <a:ext cx="23774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選んだ施設座標を返す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8680" y="5696712"/>
            <a:ext cx="10424160" cy="502920"/>
          </a:xfrm>
          <a:prstGeom prst="rect">
            <a:avLst/>
          </a:prstGeom>
          <a:solidFill>
            <a:srgbClr val="FDECEC"/>
          </a:solidFill>
          <a:ln w="12700">
            <a:solidFill>
              <a:srgbClr val="D645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結論：ここで使われるcapacityは「来訪者数」ではなく、選択確率を決める相対重み。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7</a:t>
            </a:r>
            <a:endParaRPr lang="en-US" sz="7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capacity</a:t>
            </a:r>
            <a:r>
              <a:rPr lang="en-US" sz="2400" b="1" dirty="0">
                <a:solidFill>
                  <a:srgbClr val="243A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だけでは</a:t>
            </a:r>
            <a:r>
              <a:rPr lang="en-US" altLang="ja-JP" sz="2400" b="1" dirty="0">
                <a:solidFill>
                  <a:srgbClr val="243A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新施設への来訪者数と分布を直接制御できない</a:t>
            </a:r>
            <a:endParaRPr lang="en-US" altLang="ja-JP" sz="2400" b="1" dirty="0">
              <a:solidFill>
                <a:srgbClr val="243A5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96596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既存の施設選択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40233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P(new facility)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c_new / (c_new + C_existing)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48463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これは「相対確率」なので：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・capacity=10000でも1万人来る意味ではない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・メッシュに来る総SHOPPING数に依存する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・乱数に依存する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・年齢/性別/時間帯分布を指定できない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2148840" cy="411480"/>
          </a:xfrm>
          <a:prstGeom prst="rect">
            <a:avLst/>
          </a:prstGeom>
          <a:solidFill>
            <a:srgbClr val="EAF7EA"/>
          </a:solidFill>
          <a:ln w="12700">
            <a:solidFill>
              <a:srgbClr val="2E7D3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研究で必要なもの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6634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統計・PT調査から：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・新施設への総誘引量 N人/日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・時間帯別来訪数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・年齢・性別分布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・必要なら発地分布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を外部制約として与えたい。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5532120"/>
            <a:ext cx="10241280" cy="594360"/>
          </a:xfrm>
          <a:prstGeom prst="rect">
            <a:avLst/>
          </a:prstGeom>
          <a:solidFill>
            <a:srgbClr val="FEFCE8"/>
          </a:solidFill>
          <a:ln w="12700">
            <a:solidFill>
              <a:srgbClr val="EAB30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だから、capacityの調整ではなく「N人を選んで目的地を書き換える」処理が必要。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8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 作るもの：DevelopmentFacilityAllocator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Activity生成後、Trip生成前に挟む後処理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2103120" cy="822960"/>
          </a:xfrm>
          <a:prstGeom prst="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既存Activity生成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63240" y="2286000"/>
            <a:ext cx="54864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749040" y="1874520"/>
            <a:ext cx="2103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候補Activity抽出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SHOPPING / EATING等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0" y="2286000"/>
            <a:ext cx="54864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675120" y="1874520"/>
            <a:ext cx="2103120" cy="822960"/>
          </a:xfrm>
          <a:prstGeom prst="rect">
            <a:avLst/>
          </a:prstGeom>
          <a:solidFill>
            <a:srgbClr val="EAF7EA"/>
          </a:solidFill>
          <a:ln w="12700">
            <a:solidFill>
              <a:srgbClr val="2E7D3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目標分布に合わせて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N人を選択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15400" y="2286000"/>
            <a:ext cx="54864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601200" y="1874520"/>
            <a:ext cx="2103120" cy="822960"/>
          </a:xfrm>
          <a:prstGeom prst="rect">
            <a:avLst/>
          </a:prstGeom>
          <a:solidFill>
            <a:srgbClr val="FFF7E8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目的地を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新施設へ変更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703320"/>
            <a:ext cx="47548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" tIns="1143" rIns="1143" bIns="1143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DevelopmentFacilityAllocator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collectCandidates();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groupByTimeAgeGender();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selectByTargetDistribution();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redirectToNewFacility();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0" y="3749040"/>
            <a:ext cx="47548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実装方針：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・ActGenerator本体はいったん変更しない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・生成済みActivityを読み、対象者だけを新施設へ割り当てる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・Trip/Trajectoryは変更済みActivityから再生成する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5715000"/>
            <a:ext cx="10241280" cy="457200"/>
          </a:xfrm>
          <a:prstGeom prst="rect">
            <a:avLst/>
          </a:prstGeom>
          <a:solidFill>
            <a:srgbClr val="EAF7EA"/>
          </a:solidFill>
          <a:ln w="12700">
            <a:solidFill>
              <a:srgbClr val="2E7D3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この方式なら、来訪者数Nと属性・時間帯分布を明示的に制御できる。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9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 Allocatorの具体的な処理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候補を集め、目標分布に合わせて選び、Activityを書き換える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1920240" cy="420624"/>
          </a:xfrm>
          <a:prstGeom prst="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候補抽出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63240" y="1463040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対象メッシュに来ているSHOPPING Activityを集める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868680" y="2258568"/>
            <a:ext cx="1920240" cy="420624"/>
          </a:xfrm>
          <a:prstGeom prst="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グループ化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63240" y="2304288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時間帯 × 年齢階層 × 性別などで層化する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868680" y="3099816"/>
            <a:ext cx="1920240" cy="420624"/>
          </a:xfrm>
          <a:prstGeom prst="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目標数に合わせて抽出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63240" y="3145536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例：12–14時・20代女性から300人選ぶ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868680" y="3941064"/>
            <a:ext cx="1920240" cy="420624"/>
          </a:xfrm>
          <a:prstGeom prst="rect">
            <a:avLst/>
          </a:prstGeom>
          <a:solidFill>
            <a:srgbClr val="FFF7E8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目的地変更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63240" y="3986784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Activity.locationを新施設座標へ変更する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868680" y="4782312"/>
            <a:ext cx="1920240" cy="420624"/>
          </a:xfrm>
          <a:prstGeom prst="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Trip再生成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63240" y="4828032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変更済みActivityをTripGeneratorに渡す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960120" y="5715000"/>
            <a:ext cx="10241280" cy="457200"/>
          </a:xfrm>
          <a:prstGeom prst="rect">
            <a:avLst/>
          </a:prstGeom>
          <a:solidFill>
            <a:srgbClr val="FEFCE8"/>
          </a:solidFill>
          <a:ln w="12700">
            <a:solidFill>
              <a:srgbClr val="EAB30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必要な最小改修：Activity.javaに setLocation(GLonLat location) を追加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10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 この方針で解決できること / まだ残る制約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MVPとしては再配分、次段階で誘発需要を扱う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2194560" cy="411480"/>
          </a:xfrm>
          <a:prstGeom prst="rect">
            <a:avLst/>
          </a:prstGeom>
          <a:solidFill>
            <a:srgbClr val="EAF7EA"/>
          </a:solidFill>
          <a:ln w="12700">
            <a:solidFill>
              <a:srgbClr val="2E7D3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解決できること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489204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・新施設への来訪者数Nを指定できる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・時間帯別・属性別の分布をある程度制御できる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・既存Pseudo-PFLOWのMarkov/MNL構造を壊さない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・Trip/Trajectory生成と接続しやすい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1828800" cy="411480"/>
          </a:xfrm>
          <a:prstGeom prst="rect">
            <a:avLst/>
          </a:prstGeom>
          <a:solidFill>
            <a:srgbClr val="FDECEC"/>
          </a:solidFill>
          <a:ln w="12700">
            <a:solidFill>
              <a:srgbClr val="D6454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残る制約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92240" y="2057400"/>
            <a:ext cx="480060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・対象メッシュに元々来るSHOPPING数が上限になる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・既存需要の再配分であり、誘発需要は別実装が必要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・本番実験にはprocessing/等の入力データが必要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・推定した誘引量Nの根拠を別途説明する必要がある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5532120"/>
            <a:ext cx="10241280" cy="594360"/>
          </a:xfrm>
          <a:prstGeom prst="rect">
            <a:avLst/>
          </a:prstGeom>
          <a:solidFill>
            <a:srgbClr val="FEFCE8"/>
          </a:solidFill>
          <a:ln w="12700">
            <a:solidFill>
              <a:srgbClr val="EAB30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実装Phase 1：既存需要の再配分として完成させる。Phase 2：Nが候補数を超える場合の誘発需要生成を検討。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11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 データ/AWSの位置づけ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コードは作れるが、本番実験には入力データが必要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219456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ローカルで可能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45720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・コード理解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・Allocatorの設計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・ダミーPerson/Activityで単体テスト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・推定誘引量テーブルの設計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0" y="1508760"/>
            <a:ext cx="2194560" cy="411480"/>
          </a:xfrm>
          <a:prstGeom prst="rect">
            <a:avLst/>
          </a:prstGeom>
          <a:solidFill>
            <a:srgbClr val="FFF7E8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本番実験で必要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92240" y="2057400"/>
            <a:ext cx="45720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・processing/ 一式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・agent/ 人口・世帯データ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・markov/ mnl/ mesh_ecensus.csv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・名古屋対象のActivity生成・Trip/Trajectory生成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4038958"/>
            <a:ext cx="10241280" cy="594360"/>
          </a:xfrm>
          <a:prstGeom prst="rect">
            <a:avLst/>
          </a:prstGeom>
          <a:solidFill>
            <a:srgbClr val="EAF7EA"/>
          </a:solidFill>
          <a:ln w="12700">
            <a:solidFill>
              <a:srgbClr val="2E7D3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AWSのアカウントを作成し、データにアクセスできる状態だが、まだダウンロードが完了していない。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5623560"/>
            <a:ext cx="10241280" cy="7149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現在の対応：AWSにログイン済み。データにアクセスできるが、容量が重くダウンロードできていない。</a:t>
            </a:r>
          </a:p>
          <a:p>
            <a:pPr marL="0" indent="0">
              <a:buNone/>
            </a:pPr>
            <a:r>
              <a:rPr lang="en-US" sz="1420" dirty="0"/>
              <a:t>V3でいいのか？全てのデータはどのくらいの容量なのか？？</a:t>
            </a:r>
          </a:p>
        </p:txBody>
      </p:sp>
      <p:sp>
        <p:nvSpPr>
          <p:cNvPr id="11" name="Text 9"/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12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12. 現時点の結論：何を作るか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capacity調整ではなく、統計制約付きのActivity再配分を作る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1417320" cy="384048"/>
          </a:xfrm>
          <a:prstGeom prst="rect">
            <a:avLst/>
          </a:prstGeom>
          <a:solidFill>
            <a:srgbClr val="243B53"/>
          </a:solidFill>
          <a:ln w="12700">
            <a:solidFill>
              <a:srgbClr val="243B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作るもの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14600" y="1490472"/>
            <a:ext cx="86868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DevelopmentFacilityAllocator：推定した施設誘引量Nと属性・時間帯分布に合わせて、生成済みActivityを新施設へ割り当てる処理。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417320" cy="384048"/>
          </a:xfrm>
          <a:prstGeom prst="rect">
            <a:avLst/>
          </a:prstGeom>
          <a:solidFill>
            <a:srgbClr val="243B53"/>
          </a:solidFill>
          <a:ln w="12700">
            <a:solidFill>
              <a:srgbClr val="243B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作らないもの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2587752"/>
            <a:ext cx="86868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まずはActGeneratorのMNLやmesh selectionを大きく書き換えない。capacity値をチューニングして目標人数に近づける方式にも寄せない。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1965960" cy="384048"/>
          </a:xfrm>
          <a:prstGeom prst="rect">
            <a:avLst/>
          </a:prstGeom>
          <a:solidFill>
            <a:srgbClr val="243B53"/>
          </a:solidFill>
          <a:ln w="12700">
            <a:solidFill>
              <a:srgbClr val="243B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説明するときの一文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389120"/>
            <a:ext cx="10241280" cy="960120"/>
          </a:xfrm>
          <a:prstGeom prst="rect">
            <a:avLst/>
          </a:prstGeom>
          <a:solidFill>
            <a:srgbClr val="FEFCE8"/>
          </a:solidFill>
          <a:ln w="12700">
            <a:solidFill>
              <a:srgbClr val="EAB30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既存Pseudo-PFLOWは「選択確率」から来訪者が結果的に決まる。本研究では、統計から推定した「新施設への誘引量」を先に与え、その制約を満たすように個人Activityを再配分する。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5897880"/>
            <a:ext cx="10241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次にやること：① getMeshCapacity以降を最後まで理解、② Commuter/NonCommuterのcreateActivities確認、③ AllocatorのMVPをダミーデータで作成。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13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74212-FB44-B47F-9E38-9E3B8FB1B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ACB4D1-8E86-66F1-D7E2-AEE96365CA4D}"/>
              </a:ext>
            </a:extLst>
          </p:cNvPr>
          <p:cNvSpPr/>
          <p:nvPr/>
        </p:nvSpPr>
        <p:spPr>
          <a:xfrm>
            <a:off x="502920" y="320040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 現時点の結論：次のアクション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D38C7B-67BC-D526-B4A9-28B16ACD584B}"/>
              </a:ext>
            </a:extLst>
          </p:cNvPr>
          <p:cNvSpPr/>
          <p:nvPr/>
        </p:nvSpPr>
        <p:spPr>
          <a:xfrm>
            <a:off x="530352" y="786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EA3736F-62A8-7CC1-7CBD-C4FDAA07FC73}"/>
              </a:ext>
            </a:extLst>
          </p:cNvPr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490E55-93D2-0D4E-4FD2-B5692DED2ED6}"/>
              </a:ext>
            </a:extLst>
          </p:cNvPr>
          <p:cNvSpPr/>
          <p:nvPr/>
        </p:nvSpPr>
        <p:spPr>
          <a:xfrm>
            <a:off x="868680" y="1508760"/>
            <a:ext cx="1417320" cy="384048"/>
          </a:xfrm>
          <a:prstGeom prst="rect">
            <a:avLst/>
          </a:prstGeom>
          <a:solidFill>
            <a:srgbClr val="243B53"/>
          </a:solidFill>
          <a:ln w="12700">
            <a:solidFill>
              <a:srgbClr val="243B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作るもの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B5610E-E145-6A31-B9D0-931DCDE27888}"/>
              </a:ext>
            </a:extLst>
          </p:cNvPr>
          <p:cNvSpPr/>
          <p:nvPr/>
        </p:nvSpPr>
        <p:spPr>
          <a:xfrm>
            <a:off x="2514600" y="1490472"/>
            <a:ext cx="86868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DevelopmentFacilityAllocator：推定した施設誘引量Nと属性・時間帯分布に合わせて、生成済みActivityを新施設へ割り当てる処理。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BD05ACC-0E26-F582-BB15-E1B83E0BF556}"/>
              </a:ext>
            </a:extLst>
          </p:cNvPr>
          <p:cNvSpPr/>
          <p:nvPr/>
        </p:nvSpPr>
        <p:spPr>
          <a:xfrm>
            <a:off x="868680" y="2606040"/>
            <a:ext cx="1417320" cy="384048"/>
          </a:xfrm>
          <a:prstGeom prst="rect">
            <a:avLst/>
          </a:prstGeom>
          <a:solidFill>
            <a:srgbClr val="243B53"/>
          </a:solidFill>
          <a:ln w="12700">
            <a:solidFill>
              <a:srgbClr val="243B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作らないもの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9C9CA16-8119-9944-A7B3-A211FBC83B8A}"/>
              </a:ext>
            </a:extLst>
          </p:cNvPr>
          <p:cNvSpPr/>
          <p:nvPr/>
        </p:nvSpPr>
        <p:spPr>
          <a:xfrm>
            <a:off x="2514600" y="2587752"/>
            <a:ext cx="86868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まずはActGeneratorのMNLやmesh selectionを大きく書き換えない。capacity値をチューニングして目標人数に近づける方式にも寄せない。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4F252DC-3634-B0CB-D9B0-DD67FE3F9EF5}"/>
              </a:ext>
            </a:extLst>
          </p:cNvPr>
          <p:cNvSpPr/>
          <p:nvPr/>
        </p:nvSpPr>
        <p:spPr>
          <a:xfrm>
            <a:off x="868680" y="3749040"/>
            <a:ext cx="1965960" cy="384048"/>
          </a:xfrm>
          <a:prstGeom prst="rect">
            <a:avLst/>
          </a:prstGeom>
          <a:solidFill>
            <a:srgbClr val="243B53"/>
          </a:solidFill>
          <a:ln w="12700">
            <a:solidFill>
              <a:srgbClr val="243B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説明するときの一文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AD29A4E-3718-A08B-B64C-FA9600510FC5}"/>
              </a:ext>
            </a:extLst>
          </p:cNvPr>
          <p:cNvSpPr/>
          <p:nvPr/>
        </p:nvSpPr>
        <p:spPr>
          <a:xfrm>
            <a:off x="960120" y="4389120"/>
            <a:ext cx="10241280" cy="960120"/>
          </a:xfrm>
          <a:prstGeom prst="rect">
            <a:avLst/>
          </a:prstGeom>
          <a:solidFill>
            <a:srgbClr val="FEFCE8"/>
          </a:solidFill>
          <a:ln w="12700">
            <a:solidFill>
              <a:srgbClr val="EAB30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既存Pseudo-PFLOWは「選択確率」から来訪者が結果的に決まる。本研究では、統計から推定した「新施設への誘引量」を先に与え、その制約を満たすように個人Activityを再配分する。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EB3551C-5AE8-0E24-98D5-96C2663B2442}"/>
              </a:ext>
            </a:extLst>
          </p:cNvPr>
          <p:cNvSpPr/>
          <p:nvPr/>
        </p:nvSpPr>
        <p:spPr>
          <a:xfrm>
            <a:off x="960120" y="5897880"/>
            <a:ext cx="10241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次にやること：① getMeshCapacity以降を最後まで理解、② Commuter/NonCommuterのcreateActivities確認、③ AllocatorのMVPをダミーデータで作成。</a:t>
            </a:r>
            <a:endParaRPr lang="en-US" sz="13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7250DD1-ADDE-3776-BB3A-145D017D5C1E}"/>
              </a:ext>
            </a:extLst>
          </p:cNvPr>
          <p:cNvSpPr/>
          <p:nvPr/>
        </p:nvSpPr>
        <p:spPr>
          <a:xfrm>
            <a:off x="9235440" y="6473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Pseudo-PFLOWコード理解メモ | 13</a:t>
            </a:r>
            <a:endParaRPr lang="en-US" sz="7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0D80980-8ECA-8867-64F7-1E065EBD7AD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4B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503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1104</Words>
  <Application>Microsoft Macintosh PowerPoint</Application>
  <PresentationFormat>ワイド画面</PresentationFormat>
  <Paragraphs>260</Paragraphs>
  <Slides>14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Yu Gothic</vt:lpstr>
      <vt:lpstr>Aptos</vt:lpstr>
      <vt:lpstr>Arial</vt:lpstr>
      <vt:lpstr>Menlo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Pseudo-PFLOWコード理解と実装方針</dc:title>
  <dc:subject>Pseudo-PFLOW code understanding and implementation decision</dc:subject>
  <dc:creator>OpenAI</dc:creator>
  <cp:lastModifiedBy>渡辺　悠生</cp:lastModifiedBy>
  <cp:revision>2</cp:revision>
  <dcterms:created xsi:type="dcterms:W3CDTF">2026-09-24T02:31:49Z</dcterms:created>
  <dcterms:modified xsi:type="dcterms:W3CDTF">2026-09-24T09:55:19Z</dcterms:modified>
</cp:coreProperties>
</file>