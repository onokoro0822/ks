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25"/>
    <p:restoredTop sz="94599"/>
  </p:normalViewPr>
  <p:slideViewPr>
    <p:cSldViewPr>
      <p:cViewPr>
        <p:scale>
          <a:sx n="113" d="100"/>
          <a:sy n="113" d="100"/>
        </p:scale>
        <p:origin x="3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FFC6F-EECC-B94B-9BF2-5F8C94CBFD6C}" type="datetimeFigureOut">
              <a:t>2026/7/8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A77C38-F912-2F4A-8320-C59DCE7F9BBB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0087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ja-JP"/>
              <a:t>https://tsukiji-machizukuri.jp/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77C38-F912-2F4A-8320-C59DCE7F9BBB}" type="slidenum"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499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ja-JP"/>
              <a:t>https://www.asahi.com/articles/ASR806H2RR80IIPE001.html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A77C38-F912-2F4A-8320-C59DCE7F9BBB}" type="slidenum"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1795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D1F880-FEE0-248B-936B-B29469B16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1C3FF46-6667-0E0C-9559-47944F965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7A709F-E460-E4F6-2932-0E4B8426E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BEDD48-7E56-1444-3680-D0973FD5C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A0D5AC-5752-A29C-F345-FC10550FD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400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CBB599-FFBD-4022-CDB5-6FB54A8B7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D4A63F1-8D11-5720-1DDD-741C83FF3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884BBD-B18B-EF6A-CA8E-DB3176D23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17BE2E-454B-4B3F-7DD1-47F993B65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BD3BF6-0D8F-47BD-25A6-0E1572D25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734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65764D-DE3C-5264-B7D7-354261F3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9D13DB-A758-F8A5-5EFE-0846CF61D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9998AC-DAA0-14A1-6E40-4FB0F5B1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2165C9-91A7-CDC5-E27D-B60F3177B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9A93EF-4CBC-BFA9-5004-81659E2D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2436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01326-9149-E7BE-3AF0-309D02A4C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7DED26-C164-6683-6BA0-737C211F27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B1F694B-7082-24B9-1F45-C6BC5E372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D0F51E-3FB3-9BCF-CC32-2A8881E5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C96C6F-4A01-A7D0-919D-34B72D5B1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988315-021A-BB1D-FDDB-F62F17CB7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561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829E5C-7908-1E4C-9070-28D0156B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68A27A-3B12-7B33-5FF1-A482A2D96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7A80A5-A21A-3C74-B3FB-09FBE5035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41C7DCA-3F85-DBC6-51E9-7EC99BEC5A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23FD8D3-4DAB-589A-CF6A-F6C0087663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AAC6836-EEE3-D6C2-030F-525A2AAA6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B90A777-68BF-4296-81C1-C1704CA04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41DAD58-AB35-B0EF-7053-F2870B50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463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F769C9-2F0C-A43B-BC23-019FCA9AE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1A8B4B-B146-C60B-ECBF-F93FD659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4A7A101-8DC6-C0E8-7A16-DD9724A44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097CDC-A3C2-3A92-0270-9077DB8F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286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49B67F-5BFE-08A6-4A26-8CCDE2DF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FAC748E-4CA0-D08F-6DE1-8A26487C2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979B96-E74C-7B63-F457-3A54C57C4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989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38E50-70A6-57A5-E7F4-29143BE64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960D59-712B-3589-5B2C-7F0725FB3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5C5C8BE-0E45-EF8C-592E-F6CC6D313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F07395F-A791-2526-E4C5-8FCA5F98C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8CCA2C-19B7-6BD7-F4A1-6E171F12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745ADAD-DBEE-994F-BA12-032A6F1DB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115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08721-EE4D-699D-400B-793DDE0EC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4A320CB-B7FC-8766-4226-10152789CA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C27EBA-C7A4-51B5-481B-2E2469CEB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5D8CC6-5200-F967-32C0-4CFA3133A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CC23B3-BD7C-DB2D-B24F-8B9847FC3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E3057C4-A646-350E-2B85-589269FF5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601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B46A21-5ECD-C361-C60F-B3A5EEBD6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B4ADD10-934F-65E8-9893-315FD4ECB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BBF66D-B28B-65E3-A1B3-3D2390F6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F9419A3-2824-8F7A-A596-5ED876FA6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A28357-B612-7005-74BA-40F801560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03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E91AE77-7D15-F9C5-6456-29172E9ACB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32223FD-A384-A391-A8F5-7ED074CA6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93A9393-091A-1C99-DD98-DAF5FF591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5B23C6-9FD7-D6E7-7DE8-3BDFA920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DDC8BE-8B45-0698-BA7E-AF3B3592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42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D78647B-C044-D505-00A7-644BE66F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9C7D49-026C-3A45-DFE6-B660BDB2B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6FD482-7134-2AB9-7B88-305ED485FC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81E14B-4A8A-7A44-B70D-4204B65DDEE2}" type="datetimeFigureOut">
              <a:t>2026/7/8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FB243D-30E9-652F-21E6-31252CCD80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EB9A37-1FDA-0E6B-FE19-808209BB7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9294F-E79A-3D4A-AE8E-0A5DC2B21FA5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2729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5998A8-55F4-F10C-0646-F8C20ECEBB90}"/>
              </a:ext>
            </a:extLst>
          </p:cNvPr>
          <p:cNvSpPr txBox="1"/>
          <p:nvPr/>
        </p:nvSpPr>
        <p:spPr>
          <a:xfrm>
            <a:off x="479220" y="476590"/>
            <a:ext cx="1015663" cy="4247317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ja-JP" altLang="ja-JP" sz="5400">
                <a:latin typeface="Yuji Syuku" panose="020B0600000000000000" pitchFamily="34" charset="-128"/>
                <a:ea typeface="Yuji Syuku" panose="020B0600000000000000" pitchFamily="34" charset="-128"/>
              </a:rPr>
              <a:t>築地市場跡地</a:t>
            </a:r>
            <a:endParaRPr kumimoji="1" lang="ja-JP" altLang="en-US" sz="5400">
              <a:latin typeface="Yuji Syuku" panose="020B0600000000000000" pitchFamily="34" charset="-128"/>
              <a:ea typeface="Yuji Syuku" panose="020B06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4E08A0A-BBEB-E6D0-8095-DB196FBC0A79}"/>
              </a:ext>
            </a:extLst>
          </p:cNvPr>
          <p:cNvSpPr txBox="1"/>
          <p:nvPr/>
        </p:nvSpPr>
        <p:spPr>
          <a:xfrm>
            <a:off x="1703390" y="759331"/>
            <a:ext cx="68788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築地市場が豊洲市場に移転し、その跡地の再開発</a:t>
            </a:r>
            <a:endParaRPr kumimoji="1" lang="en-US" altLang="ja-JP"/>
          </a:p>
          <a:p>
            <a:r>
              <a:rPr lang="ja-JP" altLang="ja-JP"/>
              <a:t>三井不動産を代表企業とするグループ</a:t>
            </a:r>
            <a:r>
              <a:rPr lang="ja-JP" altLang="en-US"/>
              <a:t>が事業予定者となっている</a:t>
            </a:r>
            <a:endParaRPr lang="en-US" altLang="ja-JP"/>
          </a:p>
          <a:p>
            <a:r>
              <a:rPr lang="ja-JP" altLang="ja-JP"/>
              <a:t>総事業費は約9000億円</a:t>
            </a:r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1161AD1-0E5A-5013-0671-C2E21A55E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390" y="2132820"/>
            <a:ext cx="10297430" cy="4447498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5F0CB08-CE07-C0F1-76CB-9C9E681F699C}"/>
              </a:ext>
            </a:extLst>
          </p:cNvPr>
          <p:cNvSpPr txBox="1"/>
          <p:nvPr/>
        </p:nvSpPr>
        <p:spPr>
          <a:xfrm>
            <a:off x="8790703" y="759331"/>
            <a:ext cx="2954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○</a:t>
            </a:r>
            <a:r>
              <a:rPr lang="ja-JP" altLang="ja-JP"/>
              <a:t>大規模な都心空地</a:t>
            </a:r>
            <a:endParaRPr lang="en-US" altLang="ja-JP"/>
          </a:p>
          <a:p>
            <a:r>
              <a:rPr lang="ja-JP" altLang="en-US"/>
              <a:t>○芝田と同じく駅前の立地</a:t>
            </a:r>
            <a:endParaRPr lang="en-US" altLang="ja-JP"/>
          </a:p>
          <a:p>
            <a:r>
              <a:rPr lang="ja-JP" altLang="en-US"/>
              <a:t>✖︎都会というより観光地</a:t>
            </a:r>
            <a:endParaRPr lang="en-US" altLang="ja-JP"/>
          </a:p>
          <a:p>
            <a:r>
              <a:rPr kumimoji="1" lang="ja-JP" altLang="en-US"/>
              <a:t>✖︎すでに計画が具体的</a:t>
            </a:r>
          </a:p>
        </p:txBody>
      </p:sp>
    </p:spTree>
    <p:extLst>
      <p:ext uri="{BB962C8B-B14F-4D97-AF65-F5344CB8AC3E}">
        <p14:creationId xmlns:p14="http://schemas.microsoft.com/office/powerpoint/2010/main" val="3473660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294AD6-935F-C532-0770-EBBBEFAC0CFD}"/>
              </a:ext>
            </a:extLst>
          </p:cNvPr>
          <p:cNvSpPr txBox="1"/>
          <p:nvPr/>
        </p:nvSpPr>
        <p:spPr>
          <a:xfrm>
            <a:off x="479220" y="476590"/>
            <a:ext cx="1015663" cy="493981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sz="5400">
                <a:latin typeface="Yuji Syuku" panose="020B0600000000000000" pitchFamily="34" charset="-128"/>
                <a:ea typeface="Yuji Syuku" panose="020B0600000000000000" pitchFamily="34" charset="-128"/>
              </a:rPr>
              <a:t>名鉄百貨店跡地</a:t>
            </a:r>
          </a:p>
        </p:txBody>
      </p:sp>
      <p:pic>
        <p:nvPicPr>
          <p:cNvPr id="5" name="図 4" descr="名鉄百貨店本店、2026年春に閉店 ～名古屋駅前再開発が本格始動～ - 中山不動産株式会社MAGAZINE">
            <a:extLst>
              <a:ext uri="{FF2B5EF4-FFF2-40B4-BE49-F238E27FC236}">
                <a16:creationId xmlns:a16="http://schemas.microsoft.com/office/drawing/2014/main" id="{CFBF9116-E0D6-6F26-93FA-C8E0507C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313" y="3933070"/>
            <a:ext cx="3456480" cy="2525477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66A7A34-237C-458A-BBA4-68D8CCAB4387}"/>
              </a:ext>
            </a:extLst>
          </p:cNvPr>
          <p:cNvGrpSpPr/>
          <p:nvPr/>
        </p:nvGrpSpPr>
        <p:grpSpPr>
          <a:xfrm>
            <a:off x="5548223" y="1772770"/>
            <a:ext cx="6136007" cy="4703447"/>
            <a:chOff x="6240020" y="2219551"/>
            <a:chExt cx="5710441" cy="4445431"/>
          </a:xfrm>
        </p:grpSpPr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2A92C673-2FB6-0B5D-60AB-C744F25CF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0020" y="2219551"/>
              <a:ext cx="5710441" cy="4445431"/>
            </a:xfrm>
            <a:prstGeom prst="rect">
              <a:avLst/>
            </a:prstGeom>
          </p:spPr>
        </p:pic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9BEDCF45-BF48-4335-35AB-3813200EAA33}"/>
                </a:ext>
              </a:extLst>
            </p:cNvPr>
            <p:cNvSpPr/>
            <p:nvPr/>
          </p:nvSpPr>
          <p:spPr>
            <a:xfrm rot="20697213">
              <a:off x="8088293" y="4452922"/>
              <a:ext cx="802341" cy="980193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8600ED6-4859-533C-1014-BDE6DBA187A4}"/>
              </a:ext>
            </a:extLst>
          </p:cNvPr>
          <p:cNvSpPr txBox="1"/>
          <p:nvPr/>
        </p:nvSpPr>
        <p:spPr>
          <a:xfrm>
            <a:off x="1782693" y="920306"/>
            <a:ext cx="73917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再開発の予定があり、名鉄百貨店は閉店</a:t>
            </a:r>
            <a:endParaRPr kumimoji="1" lang="en-US" altLang="ja-JP"/>
          </a:p>
          <a:p>
            <a:r>
              <a:rPr lang="ja-JP" altLang="en-US"/>
              <a:t>しかし、費用高騰等の理由から解体が延期、建物は</a:t>
            </a:r>
            <a:r>
              <a:rPr lang="en-US" altLang="ja-JP"/>
              <a:t>2030</a:t>
            </a:r>
            <a:r>
              <a:rPr lang="ja-JP" altLang="en-US"/>
              <a:t>年までは存続</a:t>
            </a:r>
            <a:endParaRPr lang="en-US" altLang="ja-JP"/>
          </a:p>
          <a:p>
            <a:r>
              <a:rPr kumimoji="1" lang="ja-JP" altLang="en-US"/>
              <a:t>現在は地下だけ営業再開している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56DFF6-76CB-C3E1-42C6-25056FED4E2A}"/>
              </a:ext>
            </a:extLst>
          </p:cNvPr>
          <p:cNvSpPr txBox="1"/>
          <p:nvPr/>
        </p:nvSpPr>
        <p:spPr>
          <a:xfrm>
            <a:off x="1793313" y="2490400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○駅前で芝田一丁目と似ている</a:t>
            </a:r>
            <a:endParaRPr kumimoji="1" lang="en-US" altLang="ja-JP"/>
          </a:p>
          <a:p>
            <a:r>
              <a:rPr lang="ja-JP" altLang="en-US"/>
              <a:t>✖︎まだ建物は残っている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C02ADCF-6961-BB47-AF94-7FA115C1266F}"/>
              </a:ext>
            </a:extLst>
          </p:cNvPr>
          <p:cNvSpPr txBox="1"/>
          <p:nvPr/>
        </p:nvSpPr>
        <p:spPr>
          <a:xfrm>
            <a:off x="9408460" y="4765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必要なデータを考える</a:t>
            </a:r>
          </a:p>
        </p:txBody>
      </p:sp>
    </p:spTree>
    <p:extLst>
      <p:ext uri="{BB962C8B-B14F-4D97-AF65-F5344CB8AC3E}">
        <p14:creationId xmlns:p14="http://schemas.microsoft.com/office/powerpoint/2010/main" val="83649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222685B-36CC-309F-2F57-2DA31FF30369}"/>
              </a:ext>
            </a:extLst>
          </p:cNvPr>
          <p:cNvSpPr txBox="1"/>
          <p:nvPr/>
        </p:nvSpPr>
        <p:spPr>
          <a:xfrm>
            <a:off x="479220" y="476590"/>
            <a:ext cx="1015663" cy="493981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ja-JP" altLang="en-US" sz="5400">
                <a:latin typeface="Yuji Syuku" panose="020B0600000000000000" pitchFamily="34" charset="-128"/>
                <a:ea typeface="Yuji Syuku" panose="020B0600000000000000" pitchFamily="34" charset="-128"/>
              </a:rPr>
              <a:t>札幌エスタ跡地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10CA1AA-C2B3-BFD2-0779-73808B3AF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997" y="3709081"/>
            <a:ext cx="3880783" cy="2742420"/>
          </a:xfrm>
          <a:prstGeom prst="rect">
            <a:avLst/>
          </a:prstGeom>
        </p:spPr>
      </p:pic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9E1C217-A286-E2B3-5049-3521E3995EA0}"/>
              </a:ext>
            </a:extLst>
          </p:cNvPr>
          <p:cNvGrpSpPr/>
          <p:nvPr/>
        </p:nvGrpSpPr>
        <p:grpSpPr>
          <a:xfrm>
            <a:off x="1711030" y="2853539"/>
            <a:ext cx="5904820" cy="3597962"/>
            <a:chOff x="1711030" y="2853539"/>
            <a:chExt cx="5904820" cy="3597962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C722913C-BD07-8354-66DA-47902FB557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11030" y="2853539"/>
              <a:ext cx="5904820" cy="3597962"/>
            </a:xfrm>
            <a:prstGeom prst="rect">
              <a:avLst/>
            </a:prstGeom>
          </p:spPr>
        </p:pic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7C6AE7F6-5039-6772-3FF5-1F63396AA81F}"/>
                </a:ext>
              </a:extLst>
            </p:cNvPr>
            <p:cNvSpPr/>
            <p:nvPr/>
          </p:nvSpPr>
          <p:spPr>
            <a:xfrm rot="21036639">
              <a:off x="4310970" y="4439239"/>
              <a:ext cx="712460" cy="58686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D647509-E65D-C10A-4947-6898A7F77AB2}"/>
              </a:ext>
            </a:extLst>
          </p:cNvPr>
          <p:cNvSpPr txBox="1"/>
          <p:nvPr/>
        </p:nvSpPr>
        <p:spPr>
          <a:xfrm>
            <a:off x="1715424" y="943998"/>
            <a:ext cx="344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札幌駅札幌エスタ跡地</a:t>
            </a:r>
            <a:endParaRPr kumimoji="1" lang="en-US" altLang="ja-JP"/>
          </a:p>
          <a:p>
            <a:r>
              <a:rPr lang="en-US" altLang="ja-JP"/>
              <a:t>40</a:t>
            </a:r>
            <a:r>
              <a:rPr lang="ja-JP" altLang="en-US"/>
              <a:t>階建ての複合施設が建設予定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E4526B7-AE5E-E510-0739-FE7A511C9F8B}"/>
              </a:ext>
            </a:extLst>
          </p:cNvPr>
          <p:cNvSpPr txBox="1"/>
          <p:nvPr/>
        </p:nvSpPr>
        <p:spPr>
          <a:xfrm>
            <a:off x="1728676" y="2037268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○芝田と同じく駅前の立地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2809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160</Words>
  <Application>Microsoft Macintosh PowerPoint</Application>
  <PresentationFormat>ワイド画面</PresentationFormat>
  <Paragraphs>23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Yuji Syuku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渡辺　悠生</dc:creator>
  <cp:lastModifiedBy>渡辺　悠生</cp:lastModifiedBy>
  <cp:revision>1</cp:revision>
  <dcterms:created xsi:type="dcterms:W3CDTF">2026-07-08T01:04:16Z</dcterms:created>
  <dcterms:modified xsi:type="dcterms:W3CDTF">2026-07-09T02:18:03Z</dcterms:modified>
</cp:coreProperties>
</file>